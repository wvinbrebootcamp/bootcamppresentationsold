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3" roundtripDataSignature="AMtx7mg/qsDNVgEmuL62QqflaKfT2k0B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4c33046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e4c33046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4c330460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e4c33046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University Joan C. Edwards School of Medicine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3"/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1">
            <a:alphaModFix/>
          </a:blip>
          <a:srcRect b="0" l="0" r="77036" t="0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ncbi.nlm.nih.gov/pmc/articles/PMC2705234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Aligning short-read sequences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WV-INBRE Bioinformatics Bootcamp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Summer 2021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short-read aligner?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sequencer generates short sequences which are "small samples" of the viral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Called "reads"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our sequencing protocol these are 75 bases long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know these reads originated from </a:t>
            </a:r>
            <a:r>
              <a:rPr i="1" lang="en-US"/>
              <a:t>somewhere</a:t>
            </a:r>
            <a:r>
              <a:rPr lang="en-US"/>
              <a:t> on the genome, which is about 30,000 bases long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role of an aligner is to locate each read on the genome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Alignment challenges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Imagine a very naïve approach: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see if the read matches a specific location, we have to compare 75 bases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Assuming all reads match somewhere, on average we would have to compare 15,000 locations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So this is a total of 1,125,000 comparisons, on average to align each read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Our typical sample has about 3 million reads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So to align an entire sample, we would need to perform approximately 3.375x10</a:t>
            </a:r>
            <a:r>
              <a:rPr baseline="30000" lang="en-US"/>
              <a:t>12</a:t>
            </a:r>
            <a:r>
              <a:rPr lang="en-US"/>
              <a:t> comparisons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Assuming the computer can perform 1 million comparisons per second, this would take 3,375,000 seconds, or about 39 days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currently sequence more than 300 samples per week…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Additional Alignment Challenges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We're not only interested in </a:t>
            </a:r>
            <a:r>
              <a:rPr i="1" lang="en-US"/>
              <a:t>exact</a:t>
            </a:r>
            <a:r>
              <a:rPr lang="en-US"/>
              <a:t> matches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may be errors in the sequencing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may be natural genetic variation between our sample and the reference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E.g. human samples versus reference human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Typically looking for the "best" match, up to some threshold limit for the measure of "best"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idea behind aligners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you were looking for something in a large reference book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Typically you wouldn't scan through the book from beginning to end, looking for your search text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Instead, the author can create an index, and you can scan the index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Aligners essentially work by creating an index of the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similar algorithms to compression algorithms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Burrows-Wheeler Aligner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Burrows-Wheeler Aligner was created by Heng Li and Richard Durbin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https://www.ncbi.nlm.nih.gov/pmc/articles/PMC2705234/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Based on an indexing method called the Burrows-Wheeler Transform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idea: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the reference sequence, add an "end of sequence character", $, at the end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Rotate the sequence one base at a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Sort the rotated sequences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is now easy and quick to find a sequence with a given prefix (because they are sorted), and we can find the original position of that sequence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Burrows Wheeler Transform</a:t>
            </a:r>
            <a:endParaRPr/>
          </a:p>
        </p:txBody>
      </p:sp>
      <p:pic>
        <p:nvPicPr>
          <p:cNvPr descr="Diagram&#10;&#10;Description automatically generated" id="123" name="Google Shape;12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022" y="1825625"/>
            <a:ext cx="846795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9006214" y="6125227"/>
            <a:ext cx="2015295" cy="369332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Durbin and Li, 2009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read files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your folders there is a sub-folder called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sars-cov-2-reads</a:t>
            </a:r>
            <a:r>
              <a:rPr lang="en-US"/>
              <a:t> with five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*.fastq.gz </a:t>
            </a:r>
            <a:r>
              <a:rPr lang="en-US"/>
              <a:t>reads in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does the extension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.fastq.gz </a:t>
            </a:r>
            <a:r>
              <a:rPr lang="en-US"/>
              <a:t>mean?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read a gzipped file without first unzipping it using the zcat command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are big files! Try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cd sars-cov-2-reads</a:t>
            </a:r>
            <a:br>
              <a:rPr lang="en-US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zcat WVxxxxxx.fastq.gz | less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you use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zcat</a:t>
            </a:r>
            <a:r>
              <a:rPr lang="en-US"/>
              <a:t>,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grep</a:t>
            </a:r>
            <a:r>
              <a:rPr lang="en-US"/>
              <a:t>, and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wc</a:t>
            </a:r>
            <a:r>
              <a:rPr lang="en-US"/>
              <a:t> to find the number of records in the file?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BWA: Creating an index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Navigate (cd) to the sars-cov-2-reads folder in your own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a new folder called 'reference'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Copy the SARS-CoV-2 reference genome to that folder:</a:t>
            </a:r>
            <a:br>
              <a:rPr lang="en-US"/>
            </a:br>
            <a:r>
              <a:rPr lang="en-US"/>
              <a:t>cp ../SARS-CoV-2/Genome/*.fasta reference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Navigate (cd) to the reference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bwa index:</a:t>
            </a:r>
            <a:br>
              <a:rPr lang="en-US"/>
            </a:br>
            <a:r>
              <a:rPr lang="en-US"/>
              <a:t>/opt/bwa-0.7.17/bwa index SARS-CoV-2-reference.fasta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the results by listing the contents of the folder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 files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following slides require using one of the read files in your folder on the server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the first time through, avoid the following: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WV120951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WV120953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WV120980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the aligner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Navigate back up to the reads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the aligner on one fastq file:</a:t>
            </a:r>
            <a:br>
              <a:rPr lang="en-US"/>
            </a:br>
            <a:r>
              <a:rPr lang="en-US"/>
              <a:t>/opt/bwa-0.7.17/bwa mem reference/SARS-CoV-2-reference.fasta WVxxxxxx_R1.fastq.gz &gt; WVxxxxxx.sam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will generate an alignment in the .sam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</a:t>
            </a:r>
            <a:br>
              <a:rPr lang="en-US"/>
            </a:br>
            <a:r>
              <a:rPr lang="en-US"/>
              <a:t>less WVxxxxxx.sam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big is the sam file?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Converting to bam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 files are typically large, and need to be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compressed, to save disk space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sorted and indexed, to easily access specific portions of them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Standard zip compression does not allow for indexing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a specific compression format – bam (binary sam) for this purpose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utility software samtools contains a collection of command-line tools for working with sam and bam files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samtools on the server</a:t>
            </a:r>
            <a:endParaRPr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 the server, samtools is at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/opt/samtools-1.11/samtools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Either type the full path each time, or put the folder on your path environment variable: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export PATH=/opt/samtools-1.11/:$PATH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samtools view</a:t>
            </a:r>
            <a:endParaRPr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samtools view will simply view a sam/bam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</a:t>
            </a:r>
            <a:br>
              <a:rPr lang="en-US"/>
            </a:br>
            <a:r>
              <a:rPr lang="en-US"/>
              <a:t>samtools view WVxxxxxx.sam | less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output to a file, use the –o option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 redirecting will not work properly: it will not output the headers!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</a:t>
            </a:r>
            <a:br>
              <a:rPr lang="en-US"/>
            </a:br>
            <a:r>
              <a:rPr lang="en-US"/>
              <a:t>samtools view –o WVxxxxxx.bam WVxxxxxx.sam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 this converts our sam file to a bam file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Compare the resulting file sizes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Sorting and indexing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view the bam file in IGV it needs to be sorted and indexed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Allows IGV to easily locate alignments on a portion of the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</a:t>
            </a:r>
            <a:br>
              <a:rPr lang="en-US"/>
            </a:br>
            <a:r>
              <a:rPr lang="en-US"/>
              <a:t>samtools sort –o WVxxxxxx_sorted.bam WVxxxxxx.bam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then</a:t>
            </a:r>
            <a:br>
              <a:rPr lang="en-US"/>
            </a:br>
            <a:r>
              <a:rPr lang="en-US"/>
              <a:t>samtools index WVxxxxxx_sorted.bam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Viewing in IGV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open the sorted bam file in IGV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From the menu, select "File", "Load from File", and navigate to the file on your mapped drive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may take a minute or two to load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Viewing in IGV</a:t>
            </a:r>
            <a:endParaRPr/>
          </a:p>
        </p:txBody>
      </p:sp>
      <p:pic>
        <p:nvPicPr>
          <p:cNvPr descr="Graphical user interface, application&#10;&#10;Description automatically generated" id="184" name="Google Shape;18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8909" y="1825625"/>
            <a:ext cx="825418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Refining the pipeline</a:t>
            </a:r>
            <a:endParaRPr/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four steps so far: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Align the fastq file to generate a sam file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Convert the sam file to a bam file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Sort the bam file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Index the sorted 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omit step 2, just sorting the sam file, and outputting the sorted data to a 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also avoid writing the sam file. Instead, we send the aligned data to standard output, and sort data from standard input, piping between the two commands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the pipeline with a pipe</a:t>
            </a:r>
            <a:endParaRPr/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do:</a:t>
            </a:r>
            <a:br>
              <a:rPr lang="en-US"/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/opt/bwa-0.7.17/bwa mem reference/SARS-CoV-2-reference.fasta WVxxxxxx.fastq.gz |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	samtools sort –o WVxxxxxx.bam –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samtools index WVxxxxxx.bam</a:t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\ means the same command continues on the next line. There must be no space after the \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– as an argument to samtools means "read from standard input instead of a file"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can't pipe to the samtools index command, because we need to save the bam file for future use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e4c330460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Logging output</a:t>
            </a:r>
            <a:endParaRPr/>
          </a:p>
        </p:txBody>
      </p:sp>
      <p:sp>
        <p:nvSpPr>
          <p:cNvPr id="202" name="Google Shape;202;ge4c330460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we run the </a:t>
            </a:r>
            <a:r>
              <a:rPr lang="en-US"/>
              <a:t>previous</a:t>
            </a:r>
            <a:r>
              <a:rPr lang="en-US"/>
              <a:t> command, diagnostic and error messages will be sent to the console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Linux supports two different streams of data, which are both sent to the console by default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The first, which we’ve seen </a:t>
            </a:r>
            <a:r>
              <a:rPr lang="en-US"/>
              <a:t>before</a:t>
            </a:r>
            <a:r>
              <a:rPr lang="en-US"/>
              <a:t>, is standard output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We piped standard output to the next command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The second is called standard error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Debugging and error messages are sent to this stream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redirect standard error, we can use 2&gt;filename.log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e4c3304604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Pipeline with logging</a:t>
            </a:r>
            <a:endParaRPr/>
          </a:p>
        </p:txBody>
      </p:sp>
      <p:sp>
        <p:nvSpPr>
          <p:cNvPr id="208" name="Google Shape;208;ge4c3304604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capture the output into log files by redirecting standard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Useful if something goes wrong</a:t>
            </a:r>
            <a:br>
              <a:rPr lang="en-US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/opt/bwa-0.7.17/bwa mem reference/SARS-CoV-2-reference.fasta WVxxxxxx.fastq.gz \</a:t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2&gt;WVxxxxxx_align.log |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	samtools sort –o WVxxxxxx.bam – 2&gt;WVxxxxxx_sort.log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samtools index WVxxxxxx.bam</a:t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This will log the BWA output to WVxxxxxx_align.log and the samtools sort output to WVxxxxxx_sort.log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commands in the background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Aligning and sorting take a long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we're doing this from the command line, we'd like to be able to use our shell while it's running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 do this in a script, we'd like to run multiple samples at the same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do this by running the command as a "background job"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do this, terminate the command with &amp;:</a:t>
            </a:r>
            <a:br>
              <a:rPr lang="en-US"/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bwa mem reference/SARS-CoV-2-reference.fasta WVxxxxxx.fastq.gz | \</a:t>
            </a:r>
            <a:b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samtools sort –o WVxxxxxx.bam - &amp;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script for the pipeline</a:t>
            </a:r>
            <a:endParaRPr/>
          </a:p>
        </p:txBody>
      </p:sp>
      <p:sp>
        <p:nvSpPr>
          <p:cNvPr id="220" name="Google Shape;220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Creating a script for our pipeline is better than running it from the command 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have an indelible record of what we did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Editing a script is an easier way of fixing bugs than re-entering all commands to date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can use loops to perform the same code for multiple samples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about our pipeline</a:t>
            </a:r>
            <a:endParaRPr/>
          </a:p>
        </p:txBody>
      </p:sp>
      <p:sp>
        <p:nvSpPr>
          <p:cNvPr id="226" name="Google Shape;226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"pseudocode" for our pipeline looks like this: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>
                <a:latin typeface="JetBrains Mono"/>
                <a:ea typeface="JetBrains Mono"/>
                <a:cs typeface="JetBrains Mono"/>
                <a:sym typeface="JetBrains Mono"/>
              </a:rPr>
              <a:t>for each fastq 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>
                <a:latin typeface="JetBrains Mono"/>
                <a:ea typeface="JetBrains Mono"/>
                <a:cs typeface="JetBrains Mono"/>
                <a:sym typeface="JetBrains Mono"/>
              </a:rPr>
              <a:t>	align the fastq file, and pipe the output to samtools sort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>
                <a:latin typeface="JetBrains Mono"/>
                <a:ea typeface="JetBrains Mono"/>
                <a:cs typeface="JetBrains Mono"/>
                <a:sym typeface="JetBrains Mono"/>
              </a:rPr>
              <a:t>	index the resulting 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 output the bam file (from samtools sort),  we'll need a sample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We'd like to run the alignment, sorting, and indexing for each file in the background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means the script will continue,  starting the next sample while the previous one is still running</a:t>
            </a:r>
            <a:br>
              <a:rPr lang="en-US"/>
            </a:b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USOM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2021-07-06T19:39:52Z</dcterms:created>
  <dc:creator>Denvir, James</dc:creator>
</cp:coreProperties>
</file>