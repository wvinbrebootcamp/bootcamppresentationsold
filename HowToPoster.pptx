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7" r:id="rId4"/>
    <p:sldId id="260" r:id="rId5"/>
    <p:sldId id="258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243"/>
  </p:normalViewPr>
  <p:slideViewPr>
    <p:cSldViewPr snapToObjects="1">
      <p:cViewPr varScale="1">
        <p:scale>
          <a:sx n="70" d="100"/>
          <a:sy n="70" d="100"/>
        </p:scale>
        <p:origin x="1440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4E706-997F-8943-AEF7-94426E1793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B8401-4D25-9049-B03D-5A2AA15409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D2FAA-84E3-5048-A484-AA3CEE2EC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8AF07-7247-344D-A353-C4BA5B345F42}" type="datetimeFigureOut">
              <a:rPr lang="en-US" smtClean="0"/>
              <a:t>7/16/21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12EBA-6252-4449-B3C1-8072F5138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266FB-26CB-B84D-81EE-BE545360F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1DAD8-6C0E-5046-9DC3-A6D899208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50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AC5A7-C2A7-4740-B5FA-1BBB6397A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37772-0C7F-3F45-96BE-6F1FE381C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49B05-B717-2D42-ADCE-58B3443A1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8AF07-7247-344D-A353-C4BA5B345F42}" type="datetimeFigureOut">
              <a:rPr lang="en-US" smtClean="0"/>
              <a:t>7/16/21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0593D6-B9E3-CD43-8F3B-BC3CCC243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6B4FE-6E3F-9043-BD73-13871738F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1DAD8-6C0E-5046-9DC3-A6D899208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213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605A9-C4B9-824B-ABB7-48EB77816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44BC99-B189-434E-B4CF-96DC829E5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759E0-7096-D34D-B1F5-63FE19372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8AF07-7247-344D-A353-C4BA5B345F42}" type="datetimeFigureOut">
              <a:rPr lang="en-US" smtClean="0"/>
              <a:t>7/16/21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A1939-6ACA-164C-86E7-215BAE053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AEA83-7339-1447-A023-89CD246AF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1DAD8-6C0E-5046-9DC3-A6D899208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002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C9627-501B-C945-922A-9E3ACE906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52680-3144-5746-871F-160F6C13BE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C05FEF-3C16-6142-89BE-AB83B32A1D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B220D1-1DD0-5D4B-853E-F014201EB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8AF07-7247-344D-A353-C4BA5B345F42}" type="datetimeFigureOut">
              <a:rPr lang="en-US" smtClean="0"/>
              <a:t>7/16/21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55242B-8A07-4B47-8BA4-1D30A68C7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E9750A-8807-444C-88F7-723C55113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1DAD8-6C0E-5046-9DC3-A6D899208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165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D12B9-E089-DF45-A880-3FBD47C6F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2921E3-1452-7940-8E54-F1367EA3C6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54DF1B-3935-8541-9A35-71CDAE935C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111AFF-A8BA-2C4C-934C-5A2760D121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70DE81-E8E4-8D45-A9EE-3D0C050C7F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FAF1CF-E25B-544F-B623-0BC3538F2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8AF07-7247-344D-A353-C4BA5B345F42}" type="datetimeFigureOut">
              <a:rPr lang="en-US" smtClean="0"/>
              <a:t>7/16/21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1630C1-AE6C-034B-B13A-E75262C9D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B93831-FD2F-0847-829D-E5E67A261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1DAD8-6C0E-5046-9DC3-A6D899208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49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33A22-7420-9D40-84BF-925658898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48AB21-0F97-E240-86AA-E2054B099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8AF07-7247-344D-A353-C4BA5B345F42}" type="datetimeFigureOut">
              <a:rPr lang="en-US" smtClean="0"/>
              <a:t>7/16/21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6CBA58-239B-8B42-8105-33B748DF6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658699-BEE2-6C49-B881-A3CA8BD3B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1DAD8-6C0E-5046-9DC3-A6D899208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085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C03E18-F12F-B045-B97E-7BF7612C2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8AF07-7247-344D-A353-C4BA5B345F42}" type="datetimeFigureOut">
              <a:rPr lang="en-US" smtClean="0"/>
              <a:t>7/16/21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3FCF62-8626-1A4D-ABBA-9D9EC3BEE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642FFC-E75F-2941-8CD4-01BF1347F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1DAD8-6C0E-5046-9DC3-A6D899208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763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0264C-A218-F649-A0C2-9DBE77C30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CF3BC-D065-E140-90D6-B587FD842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BD216E-FE21-974A-8BF1-A3171885D0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1EB980-A60B-4F47-9136-0DF2018CD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8AF07-7247-344D-A353-C4BA5B345F42}" type="datetimeFigureOut">
              <a:rPr lang="en-US" smtClean="0"/>
              <a:t>7/16/21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B427A1-B693-954F-BB82-D6FCAEF12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4FBE8B-A095-B345-AF8B-79CCFC07D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1DAD8-6C0E-5046-9DC3-A6D899208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852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897F7-46D5-FD46-8930-72955C5AC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FC2F4C-1A39-DE46-B781-46B3E8A503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9DFC49-E942-7E42-8417-547B77BE2F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818DB-BA79-E34A-8E76-9767661AA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8AF07-7247-344D-A353-C4BA5B345F42}" type="datetimeFigureOut">
              <a:rPr lang="en-US" smtClean="0"/>
              <a:t>7/16/21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1F0E4F-675F-5D48-8ACF-BCD8825AB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6BD7DE-1765-9644-ADAE-A244510BC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1DAD8-6C0E-5046-9DC3-A6D899208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591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6F06E-97F9-D248-AE15-08121718F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A2803A-EC43-9544-870A-A1439B4A4B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1FB27-C133-DC4A-8A4C-7108470B3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8AF07-7247-344D-A353-C4BA5B345F42}" type="datetimeFigureOut">
              <a:rPr lang="en-US" smtClean="0"/>
              <a:t>7/16/21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5BF24-CCAF-8341-9E29-1020A5939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343C5-8154-0D47-A671-D51390C8F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1DAD8-6C0E-5046-9DC3-A6D899208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798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612156-C542-1E48-8B34-56F3191F6A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231A1C-5C3F-BF42-9A13-494F0A9D2F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7A6D37-E60F-174F-90A1-83A3EB55F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8AF07-7247-344D-A353-C4BA5B345F42}" type="datetimeFigureOut">
              <a:rPr lang="en-US" smtClean="0"/>
              <a:t>7/16/21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F6A1F-BCCE-2C49-B72A-5912AAE3B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FD5D28-EE52-4C4C-8FC2-EF64F47FC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1DAD8-6C0E-5046-9DC3-A6D899208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061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02BA8C-BCEC-B949-8BEF-30615106D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F23C51-7C8F-9945-912D-9AF0754F1E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5D8BC-2611-D248-9135-9CCB184135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78AF07-7247-344D-A353-C4BA5B345F42}" type="datetimeFigureOut">
              <a:rPr lang="en-US" smtClean="0"/>
              <a:t>7/16/21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1B7BA-E877-8A40-9FF4-32CA1B4DC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DC96D-937E-874B-AAB0-D376E048CF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21DAD8-6C0E-5046-9DC3-A6D899208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451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450DC-5335-D94C-B47E-9A0BE2FD06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b="1" dirty="0"/>
              <a:t>How to Poster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B00931-6FBF-DC4A-AEFD-8558CF14F3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754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DC33F-86BC-EA47-8250-0835BCC90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Posters are meant to be easily digestible…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E21F4-8664-9B4C-8CCD-1F7B0C59D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600"/>
              </a:spcBef>
            </a:pPr>
            <a:r>
              <a:rPr lang="en-US" dirty="0"/>
              <a:t>Keep it simple!</a:t>
            </a:r>
          </a:p>
          <a:p>
            <a:pPr>
              <a:spcBef>
                <a:spcPts val="1600"/>
              </a:spcBef>
            </a:pPr>
            <a:r>
              <a:rPr lang="en-US" dirty="0"/>
              <a:t>Be consistent</a:t>
            </a:r>
          </a:p>
          <a:p>
            <a:pPr>
              <a:spcBef>
                <a:spcPts val="1600"/>
              </a:spcBef>
            </a:pPr>
            <a:r>
              <a:rPr lang="en-US" dirty="0"/>
              <a:t>Pictures and graphs where possible</a:t>
            </a:r>
          </a:p>
          <a:p>
            <a:pPr>
              <a:spcBef>
                <a:spcPts val="1600"/>
              </a:spcBef>
            </a:pPr>
            <a:r>
              <a:rPr lang="en-US" dirty="0"/>
              <a:t>Lots of whitespace and buffer between text and other objects</a:t>
            </a:r>
          </a:p>
          <a:p>
            <a:pPr>
              <a:spcBef>
                <a:spcPts val="1600"/>
              </a:spcBef>
            </a:pPr>
            <a:r>
              <a:rPr lang="en-US" dirty="0"/>
              <a:t>Flow of information…left to right, top to bottom</a:t>
            </a:r>
          </a:p>
          <a:p>
            <a:pPr>
              <a:spcBef>
                <a:spcPts val="1600"/>
              </a:spcBef>
            </a:pPr>
            <a:r>
              <a:rPr lang="en-US" dirty="0"/>
              <a:t>1– 3 colors, should not distract from content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975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4E721-364E-D34E-A00F-EEDABB0C2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/>
              <a:t>Poster Basics -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348E9-893A-8F41-B6CF-CC59B804F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600"/>
              </a:spcBef>
            </a:pPr>
            <a:r>
              <a:rPr lang="en-US" dirty="0"/>
              <a:t>Important information should be readable from about 5-10 feet away</a:t>
            </a:r>
          </a:p>
          <a:p>
            <a:pPr>
              <a:spcBef>
                <a:spcPts val="1600"/>
              </a:spcBef>
            </a:pPr>
            <a:r>
              <a:rPr lang="en-US" dirty="0"/>
              <a:t>Title is short and draws interest</a:t>
            </a:r>
          </a:p>
          <a:p>
            <a:pPr>
              <a:spcBef>
                <a:spcPts val="1600"/>
              </a:spcBef>
            </a:pPr>
            <a:r>
              <a:rPr lang="en-US" dirty="0"/>
              <a:t>Text is clear and to the point</a:t>
            </a:r>
          </a:p>
          <a:p>
            <a:pPr>
              <a:spcBef>
                <a:spcPts val="1600"/>
              </a:spcBef>
            </a:pPr>
            <a:r>
              <a:rPr lang="en-US" dirty="0"/>
              <a:t>Use of bullets, numbering, and headlines make it easy to read</a:t>
            </a:r>
          </a:p>
          <a:p>
            <a:pPr>
              <a:spcBef>
                <a:spcPts val="1600"/>
              </a:spcBef>
            </a:pPr>
            <a:r>
              <a:rPr lang="en-US" dirty="0"/>
              <a:t>Includes acknowledgments, your name and institutional affiliation</a:t>
            </a:r>
          </a:p>
          <a:p>
            <a:pPr>
              <a:spcBef>
                <a:spcPts val="1600"/>
              </a:spcBef>
            </a:pPr>
            <a:r>
              <a:rPr lang="en-US" dirty="0"/>
              <a:t>A section for each part of your abstract</a:t>
            </a:r>
          </a:p>
        </p:txBody>
      </p:sp>
    </p:spTree>
    <p:extLst>
      <p:ext uri="{BB962C8B-B14F-4D97-AF65-F5344CB8AC3E}">
        <p14:creationId xmlns:p14="http://schemas.microsoft.com/office/powerpoint/2010/main" val="901337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74201-B78B-F74C-880B-285B0769B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/>
              <a:t>Poster Basics – </a:t>
            </a:r>
            <a:r>
              <a:rPr lang="en-US" sz="5400" b="1" dirty="0" err="1"/>
              <a:t>powerpoint</a:t>
            </a:r>
            <a:r>
              <a:rPr lang="en-US" sz="5400" b="1" dirty="0"/>
              <a:t>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D11D2-0E77-9C42-8F0F-779903601D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grids</a:t>
            </a:r>
          </a:p>
          <a:p>
            <a:r>
              <a:rPr lang="en-US" dirty="0"/>
              <a:t>Avoid gradients</a:t>
            </a:r>
          </a:p>
          <a:p>
            <a:r>
              <a:rPr lang="en-US" dirty="0"/>
              <a:t>Check fonts and formatting…</a:t>
            </a:r>
          </a:p>
          <a:p>
            <a:pPr lvl="1"/>
            <a:r>
              <a:rPr lang="en-US" dirty="0"/>
              <a:t>Title: 72-120 pt.</a:t>
            </a:r>
          </a:p>
          <a:p>
            <a:pPr lvl="1"/>
            <a:r>
              <a:rPr lang="en-US" dirty="0"/>
              <a:t>Subtitle: 48-80 pt.</a:t>
            </a:r>
          </a:p>
          <a:p>
            <a:pPr lvl="1"/>
            <a:r>
              <a:rPr lang="en-US" dirty="0"/>
              <a:t>Section headers: 36-72 pt.</a:t>
            </a:r>
          </a:p>
          <a:p>
            <a:pPr lvl="1"/>
            <a:r>
              <a:rPr lang="en-US" dirty="0"/>
              <a:t>Body text: 24-48 pt.</a:t>
            </a:r>
          </a:p>
          <a:p>
            <a:r>
              <a:rPr lang="en-US" dirty="0"/>
              <a:t>Use alignment functions and paragraph spacing options</a:t>
            </a:r>
          </a:p>
          <a:p>
            <a:r>
              <a:rPr lang="en-US" dirty="0"/>
              <a:t>Create a three column template</a:t>
            </a:r>
          </a:p>
        </p:txBody>
      </p:sp>
    </p:spTree>
    <p:extLst>
      <p:ext uri="{BB962C8B-B14F-4D97-AF65-F5344CB8AC3E}">
        <p14:creationId xmlns:p14="http://schemas.microsoft.com/office/powerpoint/2010/main" val="379350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A234F-79A7-CB45-AD0F-6F6EBE2C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/>
              <a:t>Answer three questions: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93A57-838C-AC47-AF68-F6E620F09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most important/interesting/astounding finding from my research project?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How can I visually share my research with conference attendees? Should I use charts, graphs, photos, images?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What kind of information can I convey during my talk that will complement my poster?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365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150512E-1AA4-C34B-B864-D33D49CBA92A}"/>
              </a:ext>
            </a:extLst>
          </p:cNvPr>
          <p:cNvSpPr/>
          <p:nvPr/>
        </p:nvSpPr>
        <p:spPr>
          <a:xfrm>
            <a:off x="304800" y="1066800"/>
            <a:ext cx="3657600" cy="5486400"/>
          </a:xfrm>
          <a:prstGeom prst="rect">
            <a:avLst/>
          </a:prstGeom>
          <a:noFill/>
          <a:ln w="3810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48CB51-19E2-2E4E-9929-39F868528DFD}"/>
              </a:ext>
            </a:extLst>
          </p:cNvPr>
          <p:cNvSpPr/>
          <p:nvPr/>
        </p:nvSpPr>
        <p:spPr>
          <a:xfrm>
            <a:off x="4267200" y="1066800"/>
            <a:ext cx="3657600" cy="5486400"/>
          </a:xfrm>
          <a:prstGeom prst="rect">
            <a:avLst/>
          </a:prstGeom>
          <a:noFill/>
          <a:ln w="3810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7F094C-8D56-004E-80BD-72D87F1385FD}"/>
              </a:ext>
            </a:extLst>
          </p:cNvPr>
          <p:cNvSpPr/>
          <p:nvPr/>
        </p:nvSpPr>
        <p:spPr>
          <a:xfrm>
            <a:off x="8229600" y="1066800"/>
            <a:ext cx="3657600" cy="5486400"/>
          </a:xfrm>
          <a:prstGeom prst="rect">
            <a:avLst/>
          </a:prstGeom>
          <a:noFill/>
          <a:ln w="38100">
            <a:solidFill>
              <a:schemeClr val="bg2">
                <a:lumMod val="1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769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3997</TotalTime>
  <Words>214</Words>
  <Application>Microsoft Macintosh PowerPoint</Application>
  <PresentationFormat>Widescreen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How to Poster</vt:lpstr>
      <vt:lpstr>Posters are meant to be easily digestible…</vt:lpstr>
      <vt:lpstr>Poster Basics - text</vt:lpstr>
      <vt:lpstr>Poster Basics – powerpoint tips</vt:lpstr>
      <vt:lpstr>Answer three questions: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Poster</dc:title>
  <dc:creator>Nicole Garrison</dc:creator>
  <cp:lastModifiedBy>Nicole Garrison</cp:lastModifiedBy>
  <cp:revision>5</cp:revision>
  <dcterms:created xsi:type="dcterms:W3CDTF">2021-07-16T16:58:25Z</dcterms:created>
  <dcterms:modified xsi:type="dcterms:W3CDTF">2021-07-19T11:35:57Z</dcterms:modified>
</cp:coreProperties>
</file>