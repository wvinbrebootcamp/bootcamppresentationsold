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0" r:id="rId4"/>
    <p:sldId id="259" r:id="rId5"/>
    <p:sldId id="258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1"/>
    <p:restoredTop sz="95801"/>
  </p:normalViewPr>
  <p:slideViewPr>
    <p:cSldViewPr snapToGrid="0" snapToObjects="1" showGuides="1">
      <p:cViewPr varScale="1">
        <p:scale>
          <a:sx n="107" d="100"/>
          <a:sy n="107" d="100"/>
        </p:scale>
        <p:origin x="640" y="16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EAD8B6-6ED3-D640-9DAD-F48AF57DDA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3AEC439-2809-FC47-9BB3-CEEA026079D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FEF274-2B0E-C944-ABA4-0847FBD6AD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DFCDCA-FD43-A349-875E-E69972F088BA}" type="datetimeFigureOut">
              <a:rPr lang="en-US" smtClean="0"/>
              <a:t>7/20/21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29EB61-E303-4546-8FA6-EA3D394F25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B45D10-2480-7B47-B481-116E9498E8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81E2E4-F1A1-4F49-8C55-84BCC71EEF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05214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C421A8-0C03-6A47-86B7-99C5659686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9E9587-DDE8-E543-AC80-79E5DAF840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5EFC65-2F8B-6747-9EEA-EA94AF3928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DFCDCA-FD43-A349-875E-E69972F088BA}" type="datetimeFigureOut">
              <a:rPr lang="en-US" smtClean="0"/>
              <a:t>7/20/21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C00DDC-ED3F-6F4A-BCDB-46BDA5B5C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099067-EBD2-734E-9C6C-F659BAF486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81E2E4-F1A1-4F49-8C55-84BCC71EEF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11768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2D26A5-381B-6546-992E-3CD2E8AB7E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912A95-CA36-3447-8AF1-ACDA5F3E83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EC7296-DFC0-E545-82B0-D9B1172E56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DFCDCA-FD43-A349-875E-E69972F088BA}" type="datetimeFigureOut">
              <a:rPr lang="en-US" smtClean="0"/>
              <a:t>7/20/21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A191CC-F512-C441-B34D-029F474016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05D006-3968-9643-BE13-597929FDC9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81E2E4-F1A1-4F49-8C55-84BCC71EEF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33994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6CEBCE-3A50-C24A-BA6A-E28C076A1A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8F481C-DE9E-AB48-B2C6-4AF35038816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D7B5008-17D4-3E41-B62B-9E1F9F432A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D28A212-7F0E-7443-86D1-69508834F2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DFCDCA-FD43-A349-875E-E69972F088BA}" type="datetimeFigureOut">
              <a:rPr lang="en-US" smtClean="0"/>
              <a:t>7/20/21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3FE186-468A-7B46-9137-22B6F2C4C0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85DC93-60BB-5D49-AE03-14B8BC42F8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81E2E4-F1A1-4F49-8C55-84BCC71EEF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96268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D166D3-B8ED-8048-A58E-DC1132306F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8D25A9-B79A-3C48-B348-521ADE9FAA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3DBADC7-49DB-4444-8747-B7CEF3F4E6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4CB4285-BDD1-9D47-ADC4-2F2D63E280B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955FC75-277B-854E-9534-745A6C1A408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257E3DC-1BE9-174C-9B20-9401627F38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DFCDCA-FD43-A349-875E-E69972F088BA}" type="datetimeFigureOut">
              <a:rPr lang="en-US" smtClean="0"/>
              <a:t>7/20/21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0FC5752-7870-0E4E-808A-F7149FF2B8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F7C1DF2-3395-7F43-98D1-1647077F5C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81E2E4-F1A1-4F49-8C55-84BCC71EEF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72185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4B3B60-6C3F-F04B-B7F6-C5BC8E2328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46E5D55-06AD-8943-9F1E-9E74E63B95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DFCDCA-FD43-A349-875E-E69972F088BA}" type="datetimeFigureOut">
              <a:rPr lang="en-US" smtClean="0"/>
              <a:t>7/20/21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2A14A62-34C2-B841-AD53-8A75F18594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E2EB2D5-A483-484A-88AD-CC0AB36E80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81E2E4-F1A1-4F49-8C55-84BCC71EEF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30677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D18F46E-F121-AF40-8281-9A72BB499B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DFCDCA-FD43-A349-875E-E69972F088BA}" type="datetimeFigureOut">
              <a:rPr lang="en-US" smtClean="0"/>
              <a:t>7/20/21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CB5B0E0-DD39-0A42-A20E-DF509678B7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8001F7-AA63-974F-98A3-51D9088A4C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81E2E4-F1A1-4F49-8C55-84BCC71EEF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19656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A9FD28-7820-C744-A403-4DE50170F6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FA9E24-27E1-D249-AA65-8BF07A4E06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561F430-3BDD-9040-88B7-7FB34550AF6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92D775C-EBF4-A74E-AFFC-3A87943371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DFCDCA-FD43-A349-875E-E69972F088BA}" type="datetimeFigureOut">
              <a:rPr lang="en-US" smtClean="0"/>
              <a:t>7/20/21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3C06B7-B115-1F42-988B-F55480F08E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EAF359-6C39-BD4A-8124-CBA8E9A365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81E2E4-F1A1-4F49-8C55-84BCC71EEF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79195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5C9F96-1462-4343-B8F9-AAD27D2706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77F792B-DE88-024A-BFCD-A9780CA5189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F5D7F98-986A-B048-8E96-6086A56AB36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AAA709E-B6E9-EA42-ABEC-C14CEE7211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DFCDCA-FD43-A349-875E-E69972F088BA}" type="datetimeFigureOut">
              <a:rPr lang="en-US" smtClean="0"/>
              <a:t>7/20/21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90A5CC-406F-DA49-988A-F91016D45D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5E4E7B-FC53-0741-9E96-E21C5B5B35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81E2E4-F1A1-4F49-8C55-84BCC71EEF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85027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B8015C-B24D-FD4F-91D0-D4A7314DE2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2E79359-1A27-A24A-9633-2C99CAD49E1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84FB14-1071-E34A-BE96-AC44C6264C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DFCDCA-FD43-A349-875E-E69972F088BA}" type="datetimeFigureOut">
              <a:rPr lang="en-US" smtClean="0"/>
              <a:t>7/20/21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1B9637-B7BD-E548-89B5-41ED1C1871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F4ECB4-FE46-5242-9A62-CC0F057D9D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81E2E4-F1A1-4F49-8C55-84BCC71EEF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34744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530733D-F2C0-3644-927B-894A421AD3F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8775C82-D428-D342-8E70-F9CC2753C06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90EDE3-F803-4949-BCC6-09162707D2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DFCDCA-FD43-A349-875E-E69972F088BA}" type="datetimeFigureOut">
              <a:rPr lang="en-US" smtClean="0"/>
              <a:t>7/20/21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AB51BF-A3D7-7F41-A609-352283B51C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F0A179-7322-0F4C-B724-FA010B031E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81E2E4-F1A1-4F49-8C55-84BCC71EEF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03670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04F175C-A7E2-F241-99CD-030B11B1A7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E0A915-A847-C048-A054-D0F2DDDDE6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6C0DA4-771C-8647-AD36-08AD08181E6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DFCDCA-FD43-A349-875E-E69972F088BA}" type="datetimeFigureOut">
              <a:rPr lang="en-US" smtClean="0"/>
              <a:t>7/20/21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5EB49F-68B6-2041-BDA2-370AE9AF70F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977AF2-A8CC-C344-A61D-7B0967DED70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81E2E4-F1A1-4F49-8C55-84BCC71EEF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0642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B9DD49-94A4-C441-A634-EBC2148B34B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73AD51C-91EE-794B-94A6-A9FDBE7FB4C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26" name="Picture 2" descr="Logo">
            <a:extLst>
              <a:ext uri="{FF2B5EF4-FFF2-40B4-BE49-F238E27FC236}">
                <a16:creationId xmlns:a16="http://schemas.microsoft.com/office/drawing/2014/main" id="{14B62DC6-DE8A-AB46-BA92-BE611DA1E5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21000" y="254000"/>
            <a:ext cx="6350000" cy="635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489325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602708-E11B-954D-A30B-A8399BBCC8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5400" b="1" dirty="0"/>
              <a:t>Make your index with salmon index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961937-6C3C-F24C-B820-84790DED23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3600" dirty="0"/>
              <a:t>/opt/salmon-latest_linux_x86_64/bin/salmon   index   \</a:t>
            </a:r>
          </a:p>
          <a:p>
            <a:pPr marL="0" indent="0">
              <a:buNone/>
            </a:pPr>
            <a:r>
              <a:rPr lang="en-US" sz="3600" b="1" dirty="0"/>
              <a:t>-t  </a:t>
            </a:r>
            <a:r>
              <a:rPr lang="en-US" sz="3600" dirty="0"/>
              <a:t>Mus_musculus.GRCm38.cdna.all.fa.gz     \</a:t>
            </a:r>
          </a:p>
          <a:p>
            <a:pPr marL="0" indent="0">
              <a:buNone/>
            </a:pPr>
            <a:r>
              <a:rPr lang="en-US" sz="3600" b="1" dirty="0"/>
              <a:t>-</a:t>
            </a:r>
            <a:r>
              <a:rPr lang="en-US" sz="3600" b="1" dirty="0" err="1"/>
              <a:t>i</a:t>
            </a:r>
            <a:r>
              <a:rPr lang="en-US" sz="3600" b="1" dirty="0"/>
              <a:t>  </a:t>
            </a:r>
            <a:r>
              <a:rPr lang="en-US" sz="3600" dirty="0" err="1"/>
              <a:t>mouse_index</a:t>
            </a:r>
            <a:r>
              <a:rPr lang="en-US" sz="3600" dirty="0"/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30563271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7F8686-B4F8-4F46-AAA1-77E861D67D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5400" b="1" dirty="0"/>
              <a:t>salmon quant command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A853F2-3C22-D541-871D-7DE24EFC8A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3600" dirty="0"/>
              <a:t>/opt/salmon-latest_linux_x86_64/bin/salmon  quant \</a:t>
            </a:r>
          </a:p>
          <a:p>
            <a:pPr marL="0" indent="0">
              <a:buNone/>
            </a:pPr>
            <a:r>
              <a:rPr lang="en-US" sz="3600" b="1" dirty="0"/>
              <a:t>-</a:t>
            </a:r>
            <a:r>
              <a:rPr lang="en-US" sz="3600" b="1" dirty="0" err="1"/>
              <a:t>i</a:t>
            </a:r>
            <a:r>
              <a:rPr lang="en-US" sz="3600" b="1" dirty="0"/>
              <a:t>  </a:t>
            </a:r>
            <a:r>
              <a:rPr lang="en-US" sz="3600" dirty="0" err="1"/>
              <a:t>mouse_index</a:t>
            </a:r>
            <a:r>
              <a:rPr lang="en-US" sz="3600" dirty="0"/>
              <a:t> </a:t>
            </a:r>
            <a:r>
              <a:rPr lang="en-US" sz="3600" b="1" dirty="0"/>
              <a:t>-</a:t>
            </a:r>
            <a:r>
              <a:rPr lang="en-US" sz="3600" b="1" dirty="0">
                <a:latin typeface="Courier New" panose="02070309020205020404" pitchFamily="49" charset="0"/>
                <a:cs typeface="Courier New" panose="02070309020205020404" pitchFamily="49" charset="0"/>
              </a:rPr>
              <a:t>l</a:t>
            </a:r>
            <a:r>
              <a:rPr lang="en-US" sz="3600" b="1" dirty="0"/>
              <a:t> </a:t>
            </a:r>
            <a:r>
              <a:rPr lang="en-US" sz="3600" dirty="0"/>
              <a:t>A  \ </a:t>
            </a:r>
          </a:p>
          <a:p>
            <a:pPr marL="0" indent="0">
              <a:buNone/>
            </a:pPr>
            <a:r>
              <a:rPr lang="en-US" sz="3600" b="1" dirty="0"/>
              <a:t>-1 </a:t>
            </a:r>
            <a:r>
              <a:rPr lang="en-US" sz="3600" dirty="0"/>
              <a:t>XXX_1.fastq.gz \ </a:t>
            </a:r>
          </a:p>
          <a:p>
            <a:pPr marL="0" indent="0">
              <a:buNone/>
            </a:pPr>
            <a:r>
              <a:rPr lang="en-US" sz="3600" b="1" dirty="0"/>
              <a:t>-2 </a:t>
            </a:r>
            <a:r>
              <a:rPr lang="en-US" sz="3600" dirty="0"/>
              <a:t>XXX_2.fastq.gz \ </a:t>
            </a:r>
          </a:p>
          <a:p>
            <a:pPr marL="0" indent="0">
              <a:buNone/>
            </a:pPr>
            <a:r>
              <a:rPr lang="en-US" sz="3600" b="1" dirty="0"/>
              <a:t>-p </a:t>
            </a:r>
            <a:r>
              <a:rPr lang="en-US" sz="3600" dirty="0"/>
              <a:t>8  --</a:t>
            </a:r>
            <a:r>
              <a:rPr lang="en-US" sz="3600" dirty="0" err="1"/>
              <a:t>validateMappings</a:t>
            </a:r>
            <a:r>
              <a:rPr lang="en-US" sz="3600" dirty="0"/>
              <a:t>  \</a:t>
            </a:r>
          </a:p>
          <a:p>
            <a:pPr marL="0" indent="0">
              <a:buNone/>
            </a:pPr>
            <a:r>
              <a:rPr lang="en-US" sz="3600" b="1" dirty="0"/>
              <a:t>-o </a:t>
            </a:r>
            <a:r>
              <a:rPr lang="en-US" sz="3600" dirty="0"/>
              <a:t>quants/</a:t>
            </a:r>
            <a:r>
              <a:rPr lang="en-US" sz="3600" dirty="0" err="1"/>
              <a:t>XXX_sample.quant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15964981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169844-438B-3C44-86BA-75129CCE99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5400" b="1" dirty="0"/>
              <a:t>salmon quant options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241ADF-9D80-F54F-8FD5-4D3AF98E8E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3500" b="1" dirty="0">
                <a:latin typeface="Courier New" panose="02070309020205020404" pitchFamily="49" charset="0"/>
                <a:cs typeface="Courier New" panose="02070309020205020404" pitchFamily="49" charset="0"/>
              </a:rPr>
              <a:t>-i</a:t>
            </a:r>
            <a:r>
              <a:rPr lang="en-US" sz="4400" b="1" dirty="0"/>
              <a:t>		</a:t>
            </a:r>
            <a:r>
              <a:rPr lang="en-US" dirty="0"/>
              <a:t>argument tells salmon where to find the index</a:t>
            </a:r>
          </a:p>
          <a:p>
            <a:pPr marL="0" indent="0">
              <a:buNone/>
            </a:pPr>
            <a:r>
              <a:rPr lang="en-US" sz="3600" b="1" dirty="0">
                <a:latin typeface="Courier New" panose="02070309020205020404" pitchFamily="49" charset="0"/>
                <a:cs typeface="Courier New" panose="02070309020205020404" pitchFamily="49" charset="0"/>
              </a:rPr>
              <a:t>-l A</a:t>
            </a:r>
            <a:r>
              <a:rPr lang="en-US" sz="3600" b="1" dirty="0"/>
              <a:t>	</a:t>
            </a:r>
            <a:r>
              <a:rPr lang="en-US" dirty="0"/>
              <a:t>tells salmon that it should automatically determine the 			library type of the sequencing reads (e.g. stranded vs. 				</a:t>
            </a:r>
            <a:r>
              <a:rPr lang="en-US" dirty="0" err="1"/>
              <a:t>unstranded</a:t>
            </a:r>
            <a:r>
              <a:rPr lang="en-US" dirty="0"/>
              <a:t> etc.)</a:t>
            </a:r>
          </a:p>
          <a:p>
            <a:pPr marL="0" indent="0">
              <a:buNone/>
            </a:pPr>
            <a:r>
              <a:rPr lang="en-US" sz="3600" b="1" dirty="0">
                <a:latin typeface="Courier New" panose="02070309020205020404" pitchFamily="49" charset="0"/>
                <a:cs typeface="Courier New" panose="02070309020205020404" pitchFamily="49" charset="0"/>
              </a:rPr>
              <a:t>-1 -2 </a:t>
            </a:r>
            <a:r>
              <a:rPr lang="en-US" dirty="0"/>
              <a:t>	arguments tell salmon where to find the left and right 				reads for this sample (notice, salmon will accept </a:t>
            </a:r>
            <a:r>
              <a:rPr lang="en-US" dirty="0" err="1"/>
              <a:t>gzipped</a:t>
            </a:r>
            <a:r>
              <a:rPr lang="en-US" dirty="0"/>
              <a:t> 			FASTQ files directly)</a:t>
            </a:r>
          </a:p>
          <a:p>
            <a:pPr marL="0" indent="0">
              <a:buNone/>
            </a:pPr>
            <a:r>
              <a:rPr lang="en-US" sz="3600" b="1" dirty="0">
                <a:latin typeface="Courier New" panose="02070309020205020404" pitchFamily="49" charset="0"/>
                <a:cs typeface="Courier New" panose="02070309020205020404" pitchFamily="49" charset="0"/>
              </a:rPr>
              <a:t>-p 8 </a:t>
            </a:r>
            <a:r>
              <a:rPr lang="en-US" sz="3600" b="1" dirty="0"/>
              <a:t>	</a:t>
            </a:r>
            <a:r>
              <a:rPr lang="en-US" dirty="0"/>
              <a:t>argument tells salmon to make use of 8 threads and the</a:t>
            </a:r>
          </a:p>
          <a:p>
            <a:pPr marL="0" indent="0">
              <a:buNone/>
            </a:pPr>
            <a:endParaRPr lang="en-US" sz="3500" b="1" dirty="0"/>
          </a:p>
          <a:p>
            <a:pPr marL="0" indent="0">
              <a:buNone/>
            </a:pPr>
            <a:r>
              <a:rPr lang="en-US" sz="3500" b="1" dirty="0">
                <a:latin typeface="Courier New" panose="02070309020205020404" pitchFamily="49" charset="0"/>
                <a:cs typeface="Courier New" panose="02070309020205020404" pitchFamily="49" charset="0"/>
              </a:rPr>
              <a:t>-o </a:t>
            </a:r>
            <a:r>
              <a:rPr lang="en-US" dirty="0"/>
              <a:t>		argument specifies the directory where salmon’s 				quantification results should be written.</a:t>
            </a:r>
          </a:p>
        </p:txBody>
      </p:sp>
    </p:spTree>
    <p:extLst>
      <p:ext uri="{BB962C8B-B14F-4D97-AF65-F5344CB8AC3E}">
        <p14:creationId xmlns:p14="http://schemas.microsoft.com/office/powerpoint/2010/main" val="24769600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EC3876-651C-BC49-A16F-AC80B8C9CB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36212"/>
            <a:ext cx="10515600" cy="619022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#!/bin/bash </a:t>
            </a:r>
          </a:p>
          <a:p>
            <a:pPr marL="0" indent="0">
              <a:buNone/>
            </a:pPr>
            <a:r>
              <a:rPr lang="en-US" dirty="0"/>
              <a:t>for </a:t>
            </a:r>
            <a:r>
              <a:rPr lang="en-US" dirty="0" err="1"/>
              <a:t>fn</a:t>
            </a:r>
            <a:r>
              <a:rPr lang="en-US" dirty="0"/>
              <a:t> in data/DRR0161{25..40}; do 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err="1"/>
              <a:t>samp</a:t>
            </a:r>
            <a:r>
              <a:rPr lang="en-US" dirty="0"/>
              <a:t>=`</a:t>
            </a:r>
            <a:r>
              <a:rPr lang="en-US" dirty="0" err="1"/>
              <a:t>basename</a:t>
            </a:r>
            <a:r>
              <a:rPr lang="en-US" dirty="0"/>
              <a:t> ${</a:t>
            </a:r>
            <a:r>
              <a:rPr lang="en-US" dirty="0" err="1"/>
              <a:t>fn</a:t>
            </a:r>
            <a:r>
              <a:rPr lang="en-US" dirty="0"/>
              <a:t>}`;</a:t>
            </a:r>
          </a:p>
          <a:p>
            <a:pPr marL="0" indent="0">
              <a:buNone/>
            </a:pPr>
            <a:r>
              <a:rPr lang="en-US" dirty="0"/>
              <a:t>    echo "Processing sample ${</a:t>
            </a:r>
            <a:r>
              <a:rPr lang="en-US" dirty="0" err="1"/>
              <a:t>samp</a:t>
            </a:r>
            <a:r>
              <a:rPr lang="en-US" dirty="0"/>
              <a:t>}”; </a:t>
            </a:r>
          </a:p>
          <a:p>
            <a:pPr marL="0" indent="0">
              <a:buNone/>
            </a:pPr>
            <a:r>
              <a:rPr lang="en-US" dirty="0"/>
              <a:t>    salmon quant -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athal_index</a:t>
            </a:r>
            <a:r>
              <a:rPr lang="en-US" dirty="0"/>
              <a:t> -l A \ </a:t>
            </a:r>
          </a:p>
          <a:p>
            <a:pPr marL="0" indent="0">
              <a:buNone/>
            </a:pPr>
            <a:r>
              <a:rPr lang="en-US" dirty="0"/>
              <a:t>    -1 ${</a:t>
            </a:r>
            <a:r>
              <a:rPr lang="en-US" dirty="0" err="1"/>
              <a:t>fn</a:t>
            </a:r>
            <a:r>
              <a:rPr lang="en-US" dirty="0"/>
              <a:t>}/${</a:t>
            </a:r>
            <a:r>
              <a:rPr lang="en-US" dirty="0" err="1"/>
              <a:t>samp</a:t>
            </a:r>
            <a:r>
              <a:rPr lang="en-US" dirty="0"/>
              <a:t>}_1.fastq.gz \ </a:t>
            </a:r>
          </a:p>
          <a:p>
            <a:pPr marL="0" indent="0">
              <a:buNone/>
            </a:pPr>
            <a:r>
              <a:rPr lang="en-US" dirty="0"/>
              <a:t>    -2 ${</a:t>
            </a:r>
            <a:r>
              <a:rPr lang="en-US" dirty="0" err="1"/>
              <a:t>fn</a:t>
            </a:r>
            <a:r>
              <a:rPr lang="en-US" dirty="0"/>
              <a:t>}/${</a:t>
            </a:r>
            <a:r>
              <a:rPr lang="en-US" dirty="0" err="1"/>
              <a:t>samp</a:t>
            </a:r>
            <a:r>
              <a:rPr lang="en-US" dirty="0"/>
              <a:t>}_2.fastq.gz \ </a:t>
            </a:r>
          </a:p>
          <a:p>
            <a:pPr marL="0" indent="0">
              <a:buNone/>
            </a:pPr>
            <a:r>
              <a:rPr lang="en-US" dirty="0"/>
              <a:t>    -p 8 --</a:t>
            </a:r>
            <a:r>
              <a:rPr lang="en-US" dirty="0" err="1"/>
              <a:t>validateMappings</a:t>
            </a:r>
            <a:r>
              <a:rPr lang="en-US" dirty="0"/>
              <a:t> \</a:t>
            </a:r>
          </a:p>
          <a:p>
            <a:pPr marL="0" indent="0">
              <a:buNone/>
            </a:pPr>
            <a:r>
              <a:rPr lang="en-US" dirty="0"/>
              <a:t>    -o quants/${</a:t>
            </a:r>
            <a:r>
              <a:rPr lang="en-US" dirty="0" err="1"/>
              <a:t>samp</a:t>
            </a:r>
            <a:r>
              <a:rPr lang="en-US" dirty="0"/>
              <a:t>}_quant;</a:t>
            </a:r>
          </a:p>
          <a:p>
            <a:pPr marL="0" indent="0">
              <a:buNone/>
            </a:pPr>
            <a:r>
              <a:rPr lang="en-US" dirty="0"/>
              <a:t>done </a:t>
            </a:r>
          </a:p>
        </p:txBody>
      </p:sp>
    </p:spTree>
    <p:extLst>
      <p:ext uri="{BB962C8B-B14F-4D97-AF65-F5344CB8AC3E}">
        <p14:creationId xmlns:p14="http://schemas.microsoft.com/office/powerpoint/2010/main" val="12087911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255</TotalTime>
  <Words>311</Words>
  <Application>Microsoft Macintosh PowerPoint</Application>
  <PresentationFormat>Widescreen</PresentationFormat>
  <Paragraphs>28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Calibri</vt:lpstr>
      <vt:lpstr>Calibri Light</vt:lpstr>
      <vt:lpstr>Courier New</vt:lpstr>
      <vt:lpstr>Office Theme</vt:lpstr>
      <vt:lpstr>PowerPoint Presentation</vt:lpstr>
      <vt:lpstr>Make your index with salmon index</vt:lpstr>
      <vt:lpstr>salmon quant command</vt:lpstr>
      <vt:lpstr>salmon quant options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Nicole Garrison</dc:creator>
  <cp:lastModifiedBy>Nicole Garrison</cp:lastModifiedBy>
  <cp:revision>5</cp:revision>
  <dcterms:created xsi:type="dcterms:W3CDTF">2021-07-20T13:54:34Z</dcterms:created>
  <dcterms:modified xsi:type="dcterms:W3CDTF">2021-07-20T18:10:23Z</dcterms:modified>
</cp:coreProperties>
</file>